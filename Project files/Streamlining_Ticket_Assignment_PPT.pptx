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Streamlining Ticket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Efficiency in Support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 assignment plays a critical role in support operations.</a:t>
            </a:r>
          </a:p>
          <a:p>
            <a:pPr lvl="1"/>
            <a:r>
              <a:t>Efficient allocation ensures faster resolution.</a:t>
            </a:r>
          </a:p>
          <a:p>
            <a:pPr lvl="1"/>
            <a:r>
              <a:t>Reduces backlog and improves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ticket routing.</a:t>
            </a:r>
          </a:p>
          <a:p>
            <a:pPr lvl="1"/>
            <a:r>
              <a:t>Incorrect assignment to support agents.</a:t>
            </a:r>
          </a:p>
          <a:p>
            <a:pPr lvl="1"/>
            <a:r>
              <a:t>Lack of visibility into workload distribution.</a:t>
            </a:r>
          </a:p>
          <a:p>
            <a:pPr lvl="1"/>
            <a:r>
              <a:t>Increased resolution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Streamlining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ticket categorization.</a:t>
            </a:r>
          </a:p>
          <a:p>
            <a:pPr lvl="1"/>
            <a:r>
              <a:t>Ensure skill-based routing.</a:t>
            </a:r>
          </a:p>
          <a:p>
            <a:pPr lvl="1"/>
            <a:r>
              <a:t>Improve SLA compliance.</a:t>
            </a:r>
          </a:p>
          <a:p>
            <a:pPr lvl="1"/>
            <a:r>
              <a:t>Enhance customer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automated ticket routing system.</a:t>
            </a:r>
          </a:p>
          <a:p>
            <a:pPr lvl="1"/>
            <a:r>
              <a:t>Use predefined rules and priority levels.</a:t>
            </a:r>
          </a:p>
          <a:p>
            <a:pPr lvl="1"/>
            <a:r>
              <a:t>Integrate AI-based categorization.</a:t>
            </a:r>
          </a:p>
          <a:p>
            <a:pPr lvl="1"/>
            <a:r>
              <a:t>Real-time workload 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Assignment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Ticket Raised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Categorization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Assignment to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Priority-based ticket classification.</a:t>
            </a:r>
          </a:p>
          <a:p>
            <a:pPr lvl="1"/>
            <a:r>
              <a:t>Skill-based agent mapping.</a:t>
            </a:r>
          </a:p>
          <a:p>
            <a:pPr lvl="1"/>
            <a:r>
              <a:t>Automated notifications.</a:t>
            </a:r>
          </a:p>
          <a:p>
            <a:pPr lvl="1"/>
            <a:r>
              <a:t>Dashboard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response time.</a:t>
            </a:r>
          </a:p>
          <a:p>
            <a:pPr lvl="1"/>
            <a:r>
              <a:t>Better workload management.</a:t>
            </a:r>
          </a:p>
          <a:p>
            <a:pPr lvl="1"/>
            <a:r>
              <a:t>Improved SLA adherence.</a:t>
            </a:r>
          </a:p>
          <a:p>
            <a:pPr lvl="1"/>
            <a:r>
              <a:t>Higher customer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to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Resolution Time (ART).</a:t>
            </a:r>
          </a:p>
          <a:p>
            <a:pPr lvl="1"/>
            <a:r>
              <a:t>First Contact Resolution (FCR).</a:t>
            </a:r>
          </a:p>
          <a:p>
            <a:pPr lvl="1"/>
            <a:r>
              <a:t>Ticket Backlog Reduction.</a:t>
            </a:r>
          </a:p>
          <a:p>
            <a:pPr lvl="1"/>
            <a:r>
              <a:t>Customer Satisfaction Score (CSAT).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improves efficiency and accuracy.</a:t>
            </a:r>
          </a:p>
          <a:p>
            <a:pPr lvl="1"/>
            <a:r>
              <a:t>Optimized assignment reduces delays.</a:t>
            </a:r>
          </a:p>
          <a:p>
            <a:pPr lvl="1"/>
            <a:r>
              <a:t>Strategic implementation drives operational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Streamlining Ticket Assignment</vt:lpstr>
      <vt:lpstr>Introduction</vt:lpstr>
      <vt:lpstr>Current Challenges</vt:lpstr>
      <vt:lpstr>Objectives of Streamlining</vt:lpstr>
      <vt:lpstr>Proposed Solution Overview</vt:lpstr>
      <vt:lpstr>Ticket Assignment Workflow</vt:lpstr>
      <vt:lpstr>Key Features</vt:lpstr>
      <vt:lpstr>Benefits</vt:lpstr>
      <vt:lpstr>Metrics to Measure Success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Streamlining Ticket Assignment</dc:title>
  <dc:creator>THE ONE</dc:creator>
  <dc:description>generated using python-pptx</dc:description>
  <cp:lastModifiedBy>THE ONE</cp:lastModifiedBy>
  <cp:revision>1</cp:revision>
  <dcterms:created xsi:type="dcterms:W3CDTF">2013-01-27T09:14:16Z</dcterms:created>
  <dcterms:modified xsi:type="dcterms:W3CDTF">2026-02-17T07:12:59Z</dcterms:modified>
</cp:coreProperties>
</file>